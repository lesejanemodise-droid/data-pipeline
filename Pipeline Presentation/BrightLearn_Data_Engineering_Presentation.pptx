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BrightLearn Data Warehouse Build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 flat POS file, poor data quality, no reporting capability.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Medallion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Bronze (Raw) → Silver (Clean) → Gold (Star Schema).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Bronze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Raw CSV stored in stg_sales_raw for auditability.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Silver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Deduplication, type casting, standardization, 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3NF entities: Customer, Product, Store, Payment, Cashier.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Gold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fact_sales with supporting dimensions.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SSIS ETL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ingestion, cleansing and warehouse loading.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Quality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Duplicates, nulls, mixed dates, formatting issues resolved.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Answers all 8 business questions from the scope.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SQL Server, SSMS, SSIS, GitHub, T-SQL.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Production-ready data warehouse supporting analytics.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